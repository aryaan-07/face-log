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83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Face Recognition Attendance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attendance methods are error-prone and time-consuming. This system uses facial recognition to automate and secure attendance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/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Automate attendance using facial recognition</a:t>
            </a:r>
          </a:p>
          <a:p>
            <a:r>
              <a:t>- Ensure accuracy and prevent proxy attendance</a:t>
            </a:r>
          </a:p>
          <a:p>
            <a:r>
              <a:t>- Efficient storage and retrieval of records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Manual systems prone to fraud</a:t>
            </a:r>
          </a:p>
          <a:p>
            <a:r>
              <a:t>- Biometric systems require contact</a:t>
            </a:r>
          </a:p>
          <a:p>
            <a:r>
              <a:t>- Facial recognition is fast, accurate, and contactless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/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Collect images</a:t>
            </a:r>
          </a:p>
          <a:p>
            <a:r>
              <a:t>2. Encode faces</a:t>
            </a:r>
          </a:p>
          <a:p>
            <a:r>
              <a:t>3. Capture video</a:t>
            </a:r>
          </a:p>
          <a:p>
            <a:r>
              <a:t>4. Detect and match faces</a:t>
            </a:r>
          </a:p>
          <a:p>
            <a:r>
              <a:t>5. Log attendance with timestamp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Stored Face Images → Face Encoding → Webcam Feed → Face Detection → Attendance Logging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→ Load Encodings → Webcam Feed → Face Detection → Compare → Mark Attendance → Repeat/Exit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Name     | Date       | Time</a:t>
            </a:r>
          </a:p>
          <a:p>
            <a:r>
              <a:rPr dirty="0"/>
              <a:t>---------|------------|---------</a:t>
            </a:r>
          </a:p>
          <a:p>
            <a:r>
              <a:rPr dirty="0"/>
              <a:t>Aryaan   | 2025-04-10 | 10:15 AM</a:t>
            </a:r>
          </a:p>
          <a:p>
            <a:r>
              <a:rPr lang="en-US" dirty="0"/>
              <a:t>Affan</a:t>
            </a:r>
            <a:r>
              <a:rPr dirty="0"/>
              <a:t>| 2025-04-10 | 10:17 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Schools and Colleges</a:t>
            </a:r>
          </a:p>
          <a:p>
            <a:r>
              <a:t>- Corporate Offices</a:t>
            </a:r>
          </a:p>
          <a:p>
            <a:r>
              <a:t>- Secure Zones</a:t>
            </a:r>
          </a:p>
          <a:p>
            <a:r>
              <a:t>- Event Entry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Provides a secure, automated method for attendance.</a:t>
            </a:r>
          </a:p>
          <a:p>
            <a:r>
              <a:t>Reduces manual errors and time spent.</a:t>
            </a:r>
          </a:p>
          <a:p>
            <a:r>
              <a:t>Ensures reliable record keeping.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Add fingerprint/Bluetooth support</a:t>
            </a:r>
          </a:p>
          <a:p>
            <a:r>
              <a:rPr dirty="0"/>
              <a:t>- Mobile app integration</a:t>
            </a:r>
          </a:p>
          <a:p>
            <a:r>
              <a:rPr dirty="0"/>
              <a:t>- Cloud database</a:t>
            </a:r>
          </a:p>
          <a:p>
            <a:r>
              <a:rPr dirty="0"/>
              <a:t>- Real-time alerts</a:t>
            </a:r>
            <a:endParaRPr lang="en-US" dirty="0"/>
          </a:p>
          <a:p>
            <a:r>
              <a:rPr lang="en-IN" dirty="0"/>
              <a:t>- </a:t>
            </a:r>
            <a:r>
              <a:rPr lang="en-IN" dirty="0" err="1"/>
              <a:t>Differenciating</a:t>
            </a:r>
            <a:r>
              <a:rPr lang="en-IN" dirty="0"/>
              <a:t> Btw Twins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face_recognition GitHub</a:t>
            </a:r>
          </a:p>
          <a:p>
            <a:r>
              <a:t>- OpenCV Documentation</a:t>
            </a:r>
          </a:p>
          <a:p>
            <a:r>
              <a:t>- RealPython Tutorials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229</Words>
  <Application>Microsoft Office PowerPoint</Application>
  <PresentationFormat>On-screen Show (4:3)</PresentationFormat>
  <Paragraphs>46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Face Recognition Attendance System</vt:lpstr>
      <vt:lpstr>Introduction</vt:lpstr>
      <vt:lpstr>Objective / Problem Statement</vt:lpstr>
      <vt:lpstr>Literature Review</vt:lpstr>
      <vt:lpstr>Methodology / Working</vt:lpstr>
      <vt:lpstr>Block Diagram</vt:lpstr>
      <vt:lpstr>Flowchart</vt:lpstr>
      <vt:lpstr>Sample Table</vt:lpstr>
      <vt:lpstr>Applications</vt:lpstr>
      <vt:lpstr>Conclusion</vt:lpstr>
      <vt:lpstr>Future Scope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Aryaan Munaf Shaikh</cp:lastModifiedBy>
  <cp:revision>2</cp:revision>
  <dcterms:created xsi:type="dcterms:W3CDTF">2013-01-27T09:14:16Z</dcterms:created>
  <dcterms:modified xsi:type="dcterms:W3CDTF">2025-04-10T16:54:55Z</dcterms:modified>
  <cp:category/>
</cp:coreProperties>
</file>